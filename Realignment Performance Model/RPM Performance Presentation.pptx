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7" r:id="rId10"/>
    <p:sldId id="263" r:id="rId11"/>
    <p:sldId id="265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7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014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PERFORMING IN THE MOMENT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9743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Cycles Every Athlete Has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tools to stay in control when it matters most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Athlete Faces Challenging Moments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7292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Moments Are Universal—Your Response Is Personal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A"/>
                </a:solidFill>
              </a:rPr>
              <a:t>The Reality: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</a:rPr>
              <a:t>• Pressure, mistakes, and feedback are inevitable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</a:rPr>
              <a:t>• These 'trigger moments' happen to everyone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</a:rPr>
              <a:t>• The difference isn't IF you experience them—it's HOW you respond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Performance Cycles (PPC)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Two distinct pathways: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2194560"/>
            <a:ext cx="3931920" cy="548640"/>
          </a:xfrm>
          <a:prstGeom prst="rect">
            <a:avLst/>
          </a:prstGeom>
          <a:solidFill>
            <a:srgbClr val="F87171">
              <a:alpha val="7000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C2626"/>
                </a:solidFill>
              </a:rPr>
              <a:t>PANIC CYCLE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1E2A3A"/>
                </a:solidFill>
              </a:rPr>
              <a:t>Reactive, loss of control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834640"/>
            <a:ext cx="3931920" cy="548640"/>
          </a:xfrm>
          <a:prstGeom prst="rect">
            <a:avLst/>
          </a:prstGeom>
          <a:solidFill>
            <a:srgbClr val="34D399">
              <a:alpha val="70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</a:rPr>
              <a:t>PERFORMANCE CYCLE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1E2A3A"/>
                </a:solidFill>
              </a:rPr>
              <a:t>  Intentional, maintained control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interpretation of the moment drives everything"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Pulls Athletes Into Cycles?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5F2D"/>
                </a:solidFill>
              </a:rPr>
              <a:t>Common Triggers: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459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A3A"/>
                </a:solidFill>
              </a:rPr>
              <a:t>Pressure situations (critical plays, close games)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94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22174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A3A"/>
                </a:solidFill>
              </a:rPr>
              <a:t>Mistakes or errors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4320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2743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A3A"/>
                </a:solidFill>
              </a:rPr>
              <a:t>Feedback from coaches or teammates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29184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32918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A3A"/>
                </a:solidFill>
              </a:rPr>
              <a:t>High-stakes moments</a:t>
            </a:r>
            <a:endParaRPr lang="en-US" sz="16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840480"/>
            <a:ext cx="365760" cy="3657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38404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A3A"/>
                </a:solidFill>
              </a:rPr>
              <a:t>Physical fatigue or discomfort</a:t>
            </a: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457200" y="4275735"/>
            <a:ext cx="8229600" cy="594360"/>
          </a:xfrm>
          <a:prstGeom prst="rect">
            <a:avLst/>
          </a:prstGeom>
          <a:solidFill>
            <a:srgbClr val="F9E795">
              <a:alpha val="80000"/>
            </a:srgbClr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640080" y="4247389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are NEUTRAL—your response determines the outcome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Interpretation is Everything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2C5F2D"/>
                </a:solidFill>
              </a:rPr>
              <a:t>The moment between trigger and response is where performance is determined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2286000" cy="7315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SAME TRIGGER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14600" y="2651760"/>
            <a:ext cx="0" cy="457200"/>
          </a:xfrm>
          <a:prstGeom prst="line">
            <a:avLst/>
          </a:prstGeom>
          <a:noFill/>
          <a:ln w="38100">
            <a:solidFill>
              <a:srgbClr val="1E2A3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629400" y="2651760"/>
            <a:ext cx="0" cy="457200"/>
          </a:xfrm>
          <a:prstGeom prst="line">
            <a:avLst/>
          </a:prstGeom>
          <a:noFill/>
          <a:ln w="38100">
            <a:solidFill>
              <a:srgbClr val="1E2A3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0080" y="3200400"/>
            <a:ext cx="3657600" cy="1097280"/>
          </a:xfrm>
          <a:prstGeom prst="rect">
            <a:avLst/>
          </a:prstGeom>
          <a:solidFill>
            <a:srgbClr val="F87171">
              <a:alpha val="8000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</a:rPr>
              <a:t>Negative Interpretation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1E2A3A"/>
                </a:solidFill>
              </a:rPr>
              <a:t>"I'm not good enough"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</a:rPr>
              <a:t>→ Panic Cycle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3200400"/>
            <a:ext cx="3657600" cy="1097280"/>
          </a:xfrm>
          <a:prstGeom prst="rect">
            <a:avLst/>
          </a:prstGeom>
          <a:solidFill>
            <a:srgbClr val="34D399">
              <a:alpha val="80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3383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Aware Interpretation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1E2A3A"/>
                </a:solidFill>
              </a:rPr>
              <a:t>“I am able to take on new information and apply it"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</a:rPr>
              <a:t>→ Performance Cycle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Awareness provides the tool to choose your path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PANIC 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B7280"/>
                </a:solidFill>
              </a:rPr>
              <a:t>The Reactive Pathway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737360" y="1737360"/>
            <a:ext cx="1097280" cy="10972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17373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PANIC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CYCLE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1051560"/>
            <a:ext cx="914400" cy="457200"/>
          </a:xfrm>
          <a:prstGeom prst="rect">
            <a:avLst/>
          </a:prstGeom>
          <a:solidFill>
            <a:srgbClr val="3B82F6">
              <a:alpha val="8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051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TRIGGER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98704" y="1737360"/>
            <a:ext cx="1261344" cy="457200"/>
          </a:xfrm>
          <a:prstGeom prst="rect">
            <a:avLst/>
          </a:prstGeom>
          <a:solidFill>
            <a:srgbClr val="8B5CF6">
              <a:alpha val="80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" name="Text 7"/>
          <p:cNvSpPr/>
          <p:nvPr/>
        </p:nvSpPr>
        <p:spPr>
          <a:xfrm>
            <a:off x="3022327" y="1645920"/>
            <a:ext cx="127535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INTERPRETATION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2880360"/>
            <a:ext cx="1425408" cy="457200"/>
          </a:xfrm>
          <a:prstGeom prst="rect">
            <a:avLst/>
          </a:prstGeom>
          <a:solidFill>
            <a:srgbClr val="EF4444">
              <a:alpha val="8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7842" y="2834640"/>
            <a:ext cx="14022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BODILY/EMOTIONAL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RESPONSE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10646" y="2880360"/>
            <a:ext cx="914400" cy="457200"/>
          </a:xfrm>
          <a:prstGeom prst="rect">
            <a:avLst/>
          </a:prstGeom>
          <a:solidFill>
            <a:srgbClr val="F97316">
              <a:alpha val="80000"/>
            </a:srgbClr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0190" y="29032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BEHAVIOR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4142" y="1728216"/>
            <a:ext cx="914400" cy="457200"/>
          </a:xfrm>
          <a:prstGeom prst="rect">
            <a:avLst/>
          </a:prstGeom>
          <a:solidFill>
            <a:srgbClr val="10B981">
              <a:alpha val="8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5829" y="172821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OUTCOME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0" y="3108960"/>
            <a:ext cx="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A"/>
                </a:solidFill>
              </a:rPr>
              <a:t>Signs You're In It: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15544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</a:rPr>
              <a:t>Physical: 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</a:rPr>
              <a:t>Tight muscles, tension, shallow breathing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</a:rPr>
              <a:t>Mental: 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</a:rPr>
              <a:t>Overthinking, negative self-talk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</a:rPr>
              <a:t>Behavioral: 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</a:rPr>
              <a:t>Forcing actions, withdrawing, anger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A"/>
                </a:solidFill>
              </a:rPr>
              <a:t>What Happens: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3474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</a:rPr>
              <a:t>• Confidence drops rapidly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</a:rPr>
              <a:t>• Rushed, poor decisions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</a:rPr>
              <a:t>• Performance feels forced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</a:rPr>
              <a:t>• Communication breaks down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3DCD1C-E33C-4F13-BFA0-40C7D4AC4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47" y="0"/>
            <a:ext cx="484310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03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PERFORMANCE 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B7280"/>
                </a:solidFill>
              </a:rPr>
              <a:t>The Intentional Pathway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788604" y="1845599"/>
            <a:ext cx="1097280" cy="10972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1753303" y="1855167"/>
            <a:ext cx="11697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PERFORMANCE CYCLE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1234440"/>
            <a:ext cx="914400" cy="457200"/>
          </a:xfrm>
          <a:prstGeom prst="rect">
            <a:avLst/>
          </a:prstGeom>
          <a:solidFill>
            <a:srgbClr val="3B82F6">
              <a:alpha val="8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234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</a:rPr>
              <a:t>TRIGGER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95883" y="1904102"/>
            <a:ext cx="914400" cy="457200"/>
          </a:xfrm>
          <a:prstGeom prst="rect">
            <a:avLst/>
          </a:prstGeom>
          <a:solidFill>
            <a:srgbClr val="8B5CF6">
              <a:alpha val="8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2668" y="1895603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</a:rPr>
              <a:t>AWARENESS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38121" y="2734616"/>
            <a:ext cx="914400" cy="457200"/>
          </a:xfrm>
          <a:prstGeom prst="rect">
            <a:avLst/>
          </a:prstGeom>
          <a:solidFill>
            <a:srgbClr val="F59E0B">
              <a:alpha val="8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14039" y="2706861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</a:rPr>
              <a:t>TRUTH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3075560"/>
            <a:ext cx="914400" cy="457200"/>
          </a:xfrm>
          <a:prstGeom prst="rect">
            <a:avLst/>
          </a:prstGeom>
          <a:solidFill>
            <a:srgbClr val="10B981">
              <a:alpha val="8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0255" y="3075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</a:rPr>
              <a:t>PHYSICAL ANCHOR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0022" y="2734616"/>
            <a:ext cx="914400" cy="457200"/>
          </a:xfrm>
          <a:prstGeom prst="rect">
            <a:avLst/>
          </a:prstGeom>
          <a:solidFill>
            <a:srgbClr val="06B6D4">
              <a:alpha val="8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6501" y="2725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</a:rPr>
              <a:t>GO MOVE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2391" y="1894231"/>
            <a:ext cx="914400" cy="457200"/>
          </a:xfrm>
          <a:prstGeom prst="rect">
            <a:avLst/>
          </a:prstGeom>
          <a:solidFill>
            <a:srgbClr val="34D399">
              <a:alpha val="80000"/>
            </a:srgbClr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7" name="Text 15"/>
          <p:cNvSpPr/>
          <p:nvPr/>
        </p:nvSpPr>
        <p:spPr>
          <a:xfrm>
            <a:off x="712633" y="188595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</a:rPr>
              <a:t>GROWTH/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</a:rPr>
              <a:t>OUTCOME</a:t>
            </a:r>
          </a:p>
        </p:txBody>
      </p:sp>
      <p:sp>
        <p:nvSpPr>
          <p:cNvPr id="22" name="Shape 20"/>
          <p:cNvSpPr/>
          <p:nvPr/>
        </p:nvSpPr>
        <p:spPr>
          <a:xfrm>
            <a:off x="2004531" y="3242209"/>
            <a:ext cx="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8463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A"/>
                </a:solidFill>
              </a:rPr>
              <a:t>Signs You're In It: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6320" y="17373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</a:rPr>
              <a:t>Physical: 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</a:rPr>
              <a:t>Relaxed, controlled breathing, fluid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</a:rPr>
              <a:t>Mental: 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</a:rPr>
              <a:t>Focused on next play, solution-oriented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</a:rPr>
              <a:t>Behavioral: 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</a:rPr>
              <a:t>Clear communication, calm, decisive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A"/>
                </a:solidFill>
              </a:rPr>
              <a:t>What Happens: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46320" y="3657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</a:rPr>
              <a:t>• Confidence grows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</a:rPr>
              <a:t>• Sharper, clearer decisions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</a:rPr>
              <a:t>• More control over your game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</a:rPr>
              <a:t>• Performance feels natural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A3A"/>
                </a:solidFill>
                <a:latin typeface="Arial Black" pitchFamily="34" charset="0"/>
              </a:rPr>
              <a:t>The Reset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2C5F2D"/>
                </a:solidFill>
              </a:rPr>
              <a:t>Moving from Panic → Performance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65760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3A"/>
                </a:solidFill>
              </a:rPr>
              <a:t>CATCH 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</a:rPr>
              <a:t>Recognize you're in a trigger moment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</a:rPr>
              <a:t>Notice physical/mental signs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65760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0" name="Shape 8"/>
          <p:cNvSpPr/>
          <p:nvPr/>
        </p:nvSpPr>
        <p:spPr>
          <a:xfrm>
            <a:off x="5029200" y="17373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3A"/>
                </a:solidFill>
              </a:rPr>
              <a:t>CHECK 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</a:rPr>
              <a:t>Reframe the interpretation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</a:rPr>
              <a:t>What is the truth?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365760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5" name="Shape 13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3A"/>
                </a:solidFill>
              </a:rPr>
              <a:t>GROUND 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</a:rPr>
              <a:t>Brain to body connection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</a:rPr>
              <a:t>Regulate yourself in the present moment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200400"/>
            <a:ext cx="365760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338328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3A"/>
                </a:solidFill>
              </a:rPr>
              <a:t>EXECUTE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7492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</a:rPr>
              <a:t>Take intentional action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</a:rPr>
              <a:t>Focus on what you control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0E9AAA-ED1B-4DF8-B9CF-FF18390A1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39" y="486461"/>
            <a:ext cx="3657821" cy="38846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A4141E-C623-4BA1-8867-91D20B391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323" y="167150"/>
            <a:ext cx="4528329" cy="4809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4E5C14-04F3-4A08-AF71-1F2166B84702}"/>
              </a:ext>
            </a:extLst>
          </p:cNvPr>
          <p:cNvSpPr txBox="1"/>
          <p:nvPr/>
        </p:nvSpPr>
        <p:spPr>
          <a:xfrm rot="2934209">
            <a:off x="7234955" y="1395418"/>
            <a:ext cx="1470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latin typeface="Agency FB" panose="020B0503020202020204" pitchFamily="34" charset="0"/>
              </a:rPr>
              <a:t>AWARENESS</a:t>
            </a:r>
            <a:endParaRPr lang="en-GB" u="sng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335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C5F2D"/>
                </a:solidFill>
              </a:rPr>
              <a:t>What Every Athlete Needs to Know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71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A3A"/>
                </a:solidFill>
              </a:rPr>
              <a:t>Everyone experiences the Panic Cycle—it's normal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57800" y="1371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A3A"/>
                </a:solidFill>
              </a:rPr>
              <a:t>Awareness + Intentional Actions = Performance Cycle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148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A3A"/>
                </a:solidFill>
              </a:rPr>
              <a:t>Consistent use builds confidence, control, and new pathways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14884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2148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A3A"/>
                </a:solidFill>
              </a:rPr>
              <a:t>Every athlete has BOTH cycles available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926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A3A"/>
                </a:solidFill>
              </a:rPr>
              <a:t>Challenging moments don’t create panic—it reveals regulation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57800" y="2926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A3A"/>
                </a:solidFill>
              </a:rPr>
              <a:t>The difference is AWARENESS, not talent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703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A3A"/>
                </a:solidFill>
              </a:rPr>
              <a:t>The goal is FASTER INTERRUPTION, not perfection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70332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3703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A3A"/>
                </a:solidFill>
              </a:rPr>
              <a:t>Identity drives performance under stress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BA95E6-E803-4798-8129-A87F9E902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749" y="241402"/>
            <a:ext cx="4353197" cy="462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142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D32AB4-40E8-4D0B-9E22-2DDE78EF0F2E}"/>
              </a:ext>
            </a:extLst>
          </p:cNvPr>
          <p:cNvSpPr txBox="1"/>
          <p:nvPr/>
        </p:nvSpPr>
        <p:spPr>
          <a:xfrm>
            <a:off x="3050438" y="307238"/>
            <a:ext cx="3130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Panic Cycle Groups</a:t>
            </a:r>
            <a:endParaRPr lang="en-GB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82CA3D-509A-403C-BDF4-ACC62B31CB46}"/>
              </a:ext>
            </a:extLst>
          </p:cNvPr>
          <p:cNvSpPr txBox="1"/>
          <p:nvPr/>
        </p:nvSpPr>
        <p:spPr>
          <a:xfrm>
            <a:off x="885139" y="1199693"/>
            <a:ext cx="18800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Group 1 (5)</a:t>
            </a:r>
            <a:br>
              <a:rPr lang="en-GB" dirty="0"/>
            </a:br>
            <a:r>
              <a:rPr lang="en-GB" dirty="0"/>
              <a:t>Gabriela Acevedo</a:t>
            </a:r>
            <a:br>
              <a:rPr lang="en-GB" dirty="0"/>
            </a:br>
            <a:r>
              <a:rPr lang="en-GB" dirty="0"/>
              <a:t>Maya </a:t>
            </a:r>
            <a:r>
              <a:rPr lang="en-GB" dirty="0" err="1"/>
              <a:t>Rayman</a:t>
            </a:r>
            <a:br>
              <a:rPr lang="en-GB" dirty="0"/>
            </a:br>
            <a:r>
              <a:rPr lang="en-GB" dirty="0"/>
              <a:t>Leni </a:t>
            </a:r>
            <a:r>
              <a:rPr lang="en-GB" dirty="0" err="1"/>
              <a:t>Schmitfranz</a:t>
            </a:r>
            <a:br>
              <a:rPr lang="en-GB" dirty="0"/>
            </a:br>
            <a:r>
              <a:rPr lang="en-GB" dirty="0"/>
              <a:t>Vivian Kerr</a:t>
            </a:r>
            <a:br>
              <a:rPr lang="en-GB" dirty="0"/>
            </a:br>
            <a:r>
              <a:rPr lang="en-GB" dirty="0"/>
              <a:t>Carla </a:t>
            </a:r>
            <a:r>
              <a:rPr lang="en-GB" dirty="0" err="1"/>
              <a:t>Tegner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5614A-F4BE-49B3-AACC-3C2FBBB19963}"/>
              </a:ext>
            </a:extLst>
          </p:cNvPr>
          <p:cNvSpPr txBox="1"/>
          <p:nvPr/>
        </p:nvSpPr>
        <p:spPr>
          <a:xfrm>
            <a:off x="3251607" y="1199693"/>
            <a:ext cx="228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Group 2 (5)</a:t>
            </a:r>
            <a:br>
              <a:rPr lang="en-GB" dirty="0"/>
            </a:br>
            <a:r>
              <a:rPr lang="en-GB" dirty="0"/>
              <a:t>Olivia Jones</a:t>
            </a:r>
            <a:br>
              <a:rPr lang="en-GB" dirty="0"/>
            </a:br>
            <a:r>
              <a:rPr lang="en-GB" dirty="0"/>
              <a:t>Liliya </a:t>
            </a:r>
            <a:r>
              <a:rPr lang="en-GB" dirty="0" err="1"/>
              <a:t>Akhremenko</a:t>
            </a:r>
            <a:br>
              <a:rPr lang="en-GB" dirty="0"/>
            </a:br>
            <a:r>
              <a:rPr lang="en-GB" dirty="0" err="1"/>
              <a:t>Rafa</a:t>
            </a:r>
            <a:r>
              <a:rPr lang="en-GB" dirty="0"/>
              <a:t> </a:t>
            </a:r>
            <a:r>
              <a:rPr lang="en-GB" dirty="0" err="1"/>
              <a:t>Leão</a:t>
            </a:r>
            <a:br>
              <a:rPr lang="en-GB" dirty="0"/>
            </a:br>
            <a:r>
              <a:rPr lang="en-GB" dirty="0"/>
              <a:t>Alexa </a:t>
            </a:r>
            <a:r>
              <a:rPr lang="en-GB" dirty="0" err="1"/>
              <a:t>Karsel</a:t>
            </a:r>
            <a:br>
              <a:rPr lang="en-GB" dirty="0"/>
            </a:br>
            <a:r>
              <a:rPr lang="en-GB" dirty="0"/>
              <a:t>Brenda Castro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DE5953-5917-4D66-910A-7C828035CAE8}"/>
              </a:ext>
            </a:extLst>
          </p:cNvPr>
          <p:cNvSpPr txBox="1"/>
          <p:nvPr/>
        </p:nvSpPr>
        <p:spPr>
          <a:xfrm>
            <a:off x="5687569" y="1199693"/>
            <a:ext cx="21323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Group 3 (4)</a:t>
            </a:r>
            <a:br>
              <a:rPr lang="en-GB" dirty="0"/>
            </a:br>
            <a:r>
              <a:rPr lang="en-GB" dirty="0"/>
              <a:t>Addy </a:t>
            </a:r>
            <a:r>
              <a:rPr lang="en-GB" dirty="0" err="1"/>
              <a:t>Cogar</a:t>
            </a:r>
            <a:br>
              <a:rPr lang="en-GB" dirty="0"/>
            </a:br>
            <a:r>
              <a:rPr lang="en-GB" dirty="0"/>
              <a:t>Catalina Salas</a:t>
            </a:r>
            <a:br>
              <a:rPr lang="en-GB" dirty="0"/>
            </a:br>
            <a:r>
              <a:rPr lang="en-GB" dirty="0"/>
              <a:t>Gabrielle Rouse</a:t>
            </a:r>
            <a:br>
              <a:rPr lang="en-GB" dirty="0"/>
            </a:br>
            <a:r>
              <a:rPr lang="en-GB" dirty="0"/>
              <a:t>Hanna Tomas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49013B-7CB9-4140-B609-8F784F633B43}"/>
              </a:ext>
            </a:extLst>
          </p:cNvPr>
          <p:cNvSpPr txBox="1"/>
          <p:nvPr/>
        </p:nvSpPr>
        <p:spPr>
          <a:xfrm>
            <a:off x="885139" y="3252267"/>
            <a:ext cx="18800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Group 4 (4)</a:t>
            </a:r>
            <a:br>
              <a:rPr lang="en-GB" dirty="0"/>
            </a:br>
            <a:r>
              <a:rPr lang="en-GB" dirty="0"/>
              <a:t>Raquel Alvarez</a:t>
            </a:r>
            <a:br>
              <a:rPr lang="en-GB" dirty="0"/>
            </a:br>
            <a:r>
              <a:rPr lang="en-GB" dirty="0"/>
              <a:t>Ava Sherman</a:t>
            </a:r>
            <a:br>
              <a:rPr lang="en-GB" dirty="0"/>
            </a:br>
            <a:r>
              <a:rPr lang="en-GB" dirty="0"/>
              <a:t>Macy Shropshire</a:t>
            </a:r>
            <a:br>
              <a:rPr lang="en-GB" dirty="0"/>
            </a:br>
            <a:r>
              <a:rPr lang="en-GB" dirty="0" err="1"/>
              <a:t>Kristia</a:t>
            </a:r>
            <a:r>
              <a:rPr lang="en-GB" dirty="0"/>
              <a:t> </a:t>
            </a:r>
            <a:r>
              <a:rPr lang="en-GB" dirty="0" err="1"/>
              <a:t>Kouppi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DCECF1-D14F-4BA3-9EF6-0F52B32643EF}"/>
              </a:ext>
            </a:extLst>
          </p:cNvPr>
          <p:cNvSpPr txBox="1"/>
          <p:nvPr/>
        </p:nvSpPr>
        <p:spPr>
          <a:xfrm>
            <a:off x="3167482" y="3252267"/>
            <a:ext cx="21287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Group 5 (4)</a:t>
            </a:r>
            <a:br>
              <a:rPr lang="en-GB" dirty="0"/>
            </a:br>
            <a:r>
              <a:rPr lang="en-GB" dirty="0"/>
              <a:t>Sophia Brown</a:t>
            </a:r>
            <a:br>
              <a:rPr lang="en-GB" dirty="0"/>
            </a:br>
            <a:r>
              <a:rPr lang="en-GB" dirty="0" err="1"/>
              <a:t>Manuella</a:t>
            </a:r>
            <a:r>
              <a:rPr lang="en-GB" dirty="0"/>
              <a:t> </a:t>
            </a:r>
            <a:r>
              <a:rPr lang="en-GB" dirty="0" err="1"/>
              <a:t>Cogliatti</a:t>
            </a:r>
            <a:br>
              <a:rPr lang="en-GB" dirty="0"/>
            </a:br>
            <a:r>
              <a:rPr lang="en-GB" dirty="0"/>
              <a:t>Valeria </a:t>
            </a:r>
            <a:r>
              <a:rPr lang="en-GB" dirty="0" err="1"/>
              <a:t>Gabrie</a:t>
            </a:r>
            <a:br>
              <a:rPr lang="en-GB" dirty="0"/>
            </a:br>
            <a:r>
              <a:rPr lang="en-GB" dirty="0" err="1"/>
              <a:t>Taytum</a:t>
            </a:r>
            <a:r>
              <a:rPr lang="en-GB" dirty="0"/>
              <a:t> Walls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CDEAAA-2ACE-4639-B7D6-20792C06F47D}"/>
              </a:ext>
            </a:extLst>
          </p:cNvPr>
          <p:cNvSpPr txBox="1"/>
          <p:nvPr/>
        </p:nvSpPr>
        <p:spPr>
          <a:xfrm>
            <a:off x="5687569" y="3252267"/>
            <a:ext cx="19421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Group 6 (4)</a:t>
            </a:r>
            <a:br>
              <a:rPr lang="en-GB" dirty="0"/>
            </a:br>
            <a:r>
              <a:rPr lang="en-GB" dirty="0"/>
              <a:t>Iza Narciso</a:t>
            </a:r>
            <a:br>
              <a:rPr lang="en-GB" dirty="0"/>
            </a:br>
            <a:r>
              <a:rPr lang="en-GB" dirty="0" err="1"/>
              <a:t>Laufey</a:t>
            </a:r>
            <a:r>
              <a:rPr lang="en-GB" dirty="0"/>
              <a:t> </a:t>
            </a:r>
            <a:r>
              <a:rPr lang="en-GB" dirty="0" err="1"/>
              <a:t>Kristinsdottir</a:t>
            </a:r>
            <a:br>
              <a:rPr lang="en-GB" dirty="0"/>
            </a:br>
            <a:r>
              <a:rPr lang="en-GB" dirty="0"/>
              <a:t>Rylie </a:t>
            </a:r>
            <a:r>
              <a:rPr lang="en-GB" dirty="0" err="1"/>
              <a:t>Galterio</a:t>
            </a:r>
            <a:br>
              <a:rPr lang="en-GB" dirty="0"/>
            </a:br>
            <a:r>
              <a:rPr lang="en-GB" dirty="0"/>
              <a:t>Lydia </a:t>
            </a:r>
            <a:r>
              <a:rPr lang="en-GB" dirty="0" err="1"/>
              <a:t>Andrzejuk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1814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4491</TotalTime>
  <Words>577</Words>
  <Application>Microsoft Office PowerPoint</Application>
  <PresentationFormat>On-screen Show (16:9)</PresentationFormat>
  <Paragraphs>130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Agency FB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Player Performance Cycles</dc:title>
  <dc:subject>PptxGenJS Presentation</dc:subject>
  <dc:creator>Performance Coaching</dc:creator>
  <cp:lastModifiedBy>Courtney White</cp:lastModifiedBy>
  <cp:revision>22</cp:revision>
  <dcterms:created xsi:type="dcterms:W3CDTF">2026-02-10T02:47:45Z</dcterms:created>
  <dcterms:modified xsi:type="dcterms:W3CDTF">2026-02-15T04:37:02Z</dcterms:modified>
</cp:coreProperties>
</file>